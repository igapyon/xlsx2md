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"/>
  </p:notesMasterIdLst>
  <p:sldIdLst>
    <p:sldId id="258" r:id="rId2"/>
    <p:sldId id="257" r:id="rId3"/>
  </p:sldIdLst>
  <p:sldSz cx="12193588" cy="60944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627"/>
    <p:restoredTop sz="94643"/>
  </p:normalViewPr>
  <p:slideViewPr>
    <p:cSldViewPr snapToGrid="0">
      <p:cViewPr varScale="1">
        <p:scale>
          <a:sx n="105" d="100"/>
          <a:sy n="105" d="100"/>
        </p:scale>
        <p:origin x="208" y="6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E35322-EB9C-4947-815B-864C51DCC349}" type="datetimeFigureOut">
              <a:rPr kumimoji="1" lang="ja-JP" altLang="en-US" smtClean="0"/>
              <a:t>2026/4/5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342900" y="1143000"/>
            <a:ext cx="61722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C2E336-B311-4947-89B3-858C49D9652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02810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CF4E7-D740-5DBD-262C-C54B364D9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995A328-E8FF-A8E6-922A-B74EFE28DF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FEF6D9C-7DC4-C96A-4E66-ED56A19C8E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5248F1-682B-198D-DDED-7D171ABB27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C2E336-B311-4947-89B3-858C49D96522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03829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3D1C1BEA-D810-1EE1-5371-118F457D6DC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1"/>
            <a:ext cx="12188826" cy="6094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62424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1D25D-9672-1046-9F68-22A5AFD0674C}" type="datetimeFigureOut">
              <a:rPr kumimoji="1" lang="ja-JP" altLang="en-US" smtClean="0"/>
              <a:t>2026/4/5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69E26D-813D-944A-8920-339198D3FD5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30747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958" y="1519372"/>
            <a:ext cx="10516970" cy="2535106"/>
          </a:xfrm>
        </p:spPr>
        <p:txBody>
          <a:bodyPr anchor="b"/>
          <a:lstStyle>
            <a:lvl1pPr>
              <a:defRPr sz="5332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958" y="4078461"/>
            <a:ext cx="10516970" cy="1333152"/>
          </a:xfrm>
        </p:spPr>
        <p:txBody>
          <a:bodyPr/>
          <a:lstStyle>
            <a:lvl1pPr marL="0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1pPr>
            <a:lvl2pPr marL="406314" indent="0">
              <a:buNone/>
              <a:defRPr sz="1777">
                <a:solidFill>
                  <a:schemeClr val="tx1">
                    <a:tint val="82000"/>
                  </a:schemeClr>
                </a:solidFill>
              </a:defRPr>
            </a:lvl2pPr>
            <a:lvl3pPr marL="812627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3pPr>
            <a:lvl4pPr marL="1218941" indent="0">
              <a:buNone/>
              <a:defRPr sz="1422">
                <a:solidFill>
                  <a:schemeClr val="tx1">
                    <a:tint val="82000"/>
                  </a:schemeClr>
                </a:solidFill>
              </a:defRPr>
            </a:lvl4pPr>
            <a:lvl5pPr marL="1625255" indent="0">
              <a:buNone/>
              <a:defRPr sz="1422">
                <a:solidFill>
                  <a:schemeClr val="tx1">
                    <a:tint val="82000"/>
                  </a:schemeClr>
                </a:solidFill>
              </a:defRPr>
            </a:lvl5pPr>
            <a:lvl6pPr marL="2031568" indent="0">
              <a:buNone/>
              <a:defRPr sz="1422">
                <a:solidFill>
                  <a:schemeClr val="tx1">
                    <a:tint val="82000"/>
                  </a:schemeClr>
                </a:solidFill>
              </a:defRPr>
            </a:lvl6pPr>
            <a:lvl7pPr marL="2437882" indent="0">
              <a:buNone/>
              <a:defRPr sz="1422">
                <a:solidFill>
                  <a:schemeClr val="tx1">
                    <a:tint val="82000"/>
                  </a:schemeClr>
                </a:solidFill>
              </a:defRPr>
            </a:lvl7pPr>
            <a:lvl8pPr marL="2844195" indent="0">
              <a:buNone/>
              <a:defRPr sz="1422">
                <a:solidFill>
                  <a:schemeClr val="tx1">
                    <a:tint val="82000"/>
                  </a:schemeClr>
                </a:solidFill>
              </a:defRPr>
            </a:lvl8pPr>
            <a:lvl9pPr marL="3250509" indent="0">
              <a:buNone/>
              <a:defRPr sz="142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1D25D-9672-1046-9F68-22A5AFD0674C}" type="datetimeFigureOut">
              <a:rPr kumimoji="1" lang="ja-JP" altLang="en-US" smtClean="0"/>
              <a:t>2026/4/5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69E26D-813D-944A-8920-339198D3FD5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76510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309" y="1622355"/>
            <a:ext cx="5182275" cy="3866849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004" y="1622355"/>
            <a:ext cx="5182275" cy="3866849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1D25D-9672-1046-9F68-22A5AFD0674C}" type="datetimeFigureOut">
              <a:rPr kumimoji="1" lang="ja-JP" altLang="en-US" smtClean="0"/>
              <a:t>2026/4/5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69E26D-813D-944A-8920-339198D3FD5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910981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897" y="324472"/>
            <a:ext cx="10516970" cy="1177971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898" y="1493978"/>
            <a:ext cx="5158459" cy="732176"/>
          </a:xfrm>
        </p:spPr>
        <p:txBody>
          <a:bodyPr anchor="b"/>
          <a:lstStyle>
            <a:lvl1pPr marL="0" indent="0">
              <a:buNone/>
              <a:defRPr sz="2133" b="1"/>
            </a:lvl1pPr>
            <a:lvl2pPr marL="406314" indent="0">
              <a:buNone/>
              <a:defRPr sz="1777" b="1"/>
            </a:lvl2pPr>
            <a:lvl3pPr marL="812627" indent="0">
              <a:buNone/>
              <a:defRPr sz="1600" b="1"/>
            </a:lvl3pPr>
            <a:lvl4pPr marL="1218941" indent="0">
              <a:buNone/>
              <a:defRPr sz="1422" b="1"/>
            </a:lvl4pPr>
            <a:lvl5pPr marL="1625255" indent="0">
              <a:buNone/>
              <a:defRPr sz="1422" b="1"/>
            </a:lvl5pPr>
            <a:lvl6pPr marL="2031568" indent="0">
              <a:buNone/>
              <a:defRPr sz="1422" b="1"/>
            </a:lvl6pPr>
            <a:lvl7pPr marL="2437882" indent="0">
              <a:buNone/>
              <a:defRPr sz="1422" b="1"/>
            </a:lvl7pPr>
            <a:lvl8pPr marL="2844195" indent="0">
              <a:buNone/>
              <a:defRPr sz="1422" b="1"/>
            </a:lvl8pPr>
            <a:lvl9pPr marL="3250509" indent="0">
              <a:buNone/>
              <a:defRPr sz="1422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898" y="2226153"/>
            <a:ext cx="5158459" cy="327433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3004" y="1493978"/>
            <a:ext cx="5183863" cy="732176"/>
          </a:xfrm>
        </p:spPr>
        <p:txBody>
          <a:bodyPr anchor="b"/>
          <a:lstStyle>
            <a:lvl1pPr marL="0" indent="0">
              <a:buNone/>
              <a:defRPr sz="2133" b="1"/>
            </a:lvl1pPr>
            <a:lvl2pPr marL="406314" indent="0">
              <a:buNone/>
              <a:defRPr sz="1777" b="1"/>
            </a:lvl2pPr>
            <a:lvl3pPr marL="812627" indent="0">
              <a:buNone/>
              <a:defRPr sz="1600" b="1"/>
            </a:lvl3pPr>
            <a:lvl4pPr marL="1218941" indent="0">
              <a:buNone/>
              <a:defRPr sz="1422" b="1"/>
            </a:lvl4pPr>
            <a:lvl5pPr marL="1625255" indent="0">
              <a:buNone/>
              <a:defRPr sz="1422" b="1"/>
            </a:lvl5pPr>
            <a:lvl6pPr marL="2031568" indent="0">
              <a:buNone/>
              <a:defRPr sz="1422" b="1"/>
            </a:lvl6pPr>
            <a:lvl7pPr marL="2437882" indent="0">
              <a:buNone/>
              <a:defRPr sz="1422" b="1"/>
            </a:lvl7pPr>
            <a:lvl8pPr marL="2844195" indent="0">
              <a:buNone/>
              <a:defRPr sz="1422" b="1"/>
            </a:lvl8pPr>
            <a:lvl9pPr marL="3250509" indent="0">
              <a:buNone/>
              <a:defRPr sz="1422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3004" y="2226153"/>
            <a:ext cx="5183863" cy="327433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1D25D-9672-1046-9F68-22A5AFD0674C}" type="datetimeFigureOut">
              <a:rPr kumimoji="1" lang="ja-JP" altLang="en-US" smtClean="0"/>
              <a:t>2026/4/5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69E26D-813D-944A-8920-339198D3FD5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8970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1D25D-9672-1046-9F68-22A5AFD0674C}" type="datetimeFigureOut">
              <a:rPr kumimoji="1" lang="ja-JP" altLang="en-US" smtClean="0"/>
              <a:t>2026/4/5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69E26D-813D-944A-8920-339198D3FD5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641417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1D25D-9672-1046-9F68-22A5AFD0674C}" type="datetimeFigureOut">
              <a:rPr kumimoji="1" lang="ja-JP" altLang="en-US" smtClean="0"/>
              <a:t>2026/4/5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69E26D-813D-944A-8920-339198D3FD5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134599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898" y="406294"/>
            <a:ext cx="3932749" cy="1422030"/>
          </a:xfrm>
        </p:spPr>
        <p:txBody>
          <a:bodyPr anchor="b"/>
          <a:lstStyle>
            <a:lvl1pPr>
              <a:defRPr sz="2844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863" y="877483"/>
            <a:ext cx="6173004" cy="4330983"/>
          </a:xfrm>
        </p:spPr>
        <p:txBody>
          <a:bodyPr/>
          <a:lstStyle>
            <a:lvl1pPr>
              <a:defRPr sz="2844"/>
            </a:lvl1pPr>
            <a:lvl2pPr>
              <a:defRPr sz="2488"/>
            </a:lvl2pPr>
            <a:lvl3pPr>
              <a:defRPr sz="2133"/>
            </a:lvl3pPr>
            <a:lvl4pPr>
              <a:defRPr sz="1777"/>
            </a:lvl4pPr>
            <a:lvl5pPr>
              <a:defRPr sz="1777"/>
            </a:lvl5pPr>
            <a:lvl6pPr>
              <a:defRPr sz="1777"/>
            </a:lvl6pPr>
            <a:lvl7pPr>
              <a:defRPr sz="1777"/>
            </a:lvl7pPr>
            <a:lvl8pPr>
              <a:defRPr sz="1777"/>
            </a:lvl8pPr>
            <a:lvl9pPr>
              <a:defRPr sz="1777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898" y="1828324"/>
            <a:ext cx="3932749" cy="3387196"/>
          </a:xfrm>
        </p:spPr>
        <p:txBody>
          <a:bodyPr/>
          <a:lstStyle>
            <a:lvl1pPr marL="0" indent="0">
              <a:buNone/>
              <a:defRPr sz="1422"/>
            </a:lvl1pPr>
            <a:lvl2pPr marL="406314" indent="0">
              <a:buNone/>
              <a:defRPr sz="1244"/>
            </a:lvl2pPr>
            <a:lvl3pPr marL="812627" indent="0">
              <a:buNone/>
              <a:defRPr sz="1066"/>
            </a:lvl3pPr>
            <a:lvl4pPr marL="1218941" indent="0">
              <a:buNone/>
              <a:defRPr sz="889"/>
            </a:lvl4pPr>
            <a:lvl5pPr marL="1625255" indent="0">
              <a:buNone/>
              <a:defRPr sz="889"/>
            </a:lvl5pPr>
            <a:lvl6pPr marL="2031568" indent="0">
              <a:buNone/>
              <a:defRPr sz="889"/>
            </a:lvl6pPr>
            <a:lvl7pPr marL="2437882" indent="0">
              <a:buNone/>
              <a:defRPr sz="889"/>
            </a:lvl7pPr>
            <a:lvl8pPr marL="2844195" indent="0">
              <a:buNone/>
              <a:defRPr sz="889"/>
            </a:lvl8pPr>
            <a:lvl9pPr marL="3250509" indent="0">
              <a:buNone/>
              <a:defRPr sz="889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1D25D-9672-1046-9F68-22A5AFD0674C}" type="datetimeFigureOut">
              <a:rPr kumimoji="1" lang="ja-JP" altLang="en-US" smtClean="0"/>
              <a:t>2026/4/5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69E26D-813D-944A-8920-339198D3FD5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46692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898" y="406294"/>
            <a:ext cx="3932749" cy="1422030"/>
          </a:xfrm>
        </p:spPr>
        <p:txBody>
          <a:bodyPr anchor="b"/>
          <a:lstStyle>
            <a:lvl1pPr>
              <a:defRPr sz="2844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863" y="877483"/>
            <a:ext cx="6173004" cy="4330983"/>
          </a:xfrm>
        </p:spPr>
        <p:txBody>
          <a:bodyPr anchor="t"/>
          <a:lstStyle>
            <a:lvl1pPr marL="0" indent="0">
              <a:buNone/>
              <a:defRPr sz="2844"/>
            </a:lvl1pPr>
            <a:lvl2pPr marL="406314" indent="0">
              <a:buNone/>
              <a:defRPr sz="2488"/>
            </a:lvl2pPr>
            <a:lvl3pPr marL="812627" indent="0">
              <a:buNone/>
              <a:defRPr sz="2133"/>
            </a:lvl3pPr>
            <a:lvl4pPr marL="1218941" indent="0">
              <a:buNone/>
              <a:defRPr sz="1777"/>
            </a:lvl4pPr>
            <a:lvl5pPr marL="1625255" indent="0">
              <a:buNone/>
              <a:defRPr sz="1777"/>
            </a:lvl5pPr>
            <a:lvl6pPr marL="2031568" indent="0">
              <a:buNone/>
              <a:defRPr sz="1777"/>
            </a:lvl6pPr>
            <a:lvl7pPr marL="2437882" indent="0">
              <a:buNone/>
              <a:defRPr sz="1777"/>
            </a:lvl7pPr>
            <a:lvl8pPr marL="2844195" indent="0">
              <a:buNone/>
              <a:defRPr sz="1777"/>
            </a:lvl8pPr>
            <a:lvl9pPr marL="3250509" indent="0">
              <a:buNone/>
              <a:defRPr sz="1777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898" y="1828324"/>
            <a:ext cx="3932749" cy="3387196"/>
          </a:xfrm>
        </p:spPr>
        <p:txBody>
          <a:bodyPr/>
          <a:lstStyle>
            <a:lvl1pPr marL="0" indent="0">
              <a:buNone/>
              <a:defRPr sz="1422"/>
            </a:lvl1pPr>
            <a:lvl2pPr marL="406314" indent="0">
              <a:buNone/>
              <a:defRPr sz="1244"/>
            </a:lvl2pPr>
            <a:lvl3pPr marL="812627" indent="0">
              <a:buNone/>
              <a:defRPr sz="1066"/>
            </a:lvl3pPr>
            <a:lvl4pPr marL="1218941" indent="0">
              <a:buNone/>
              <a:defRPr sz="889"/>
            </a:lvl4pPr>
            <a:lvl5pPr marL="1625255" indent="0">
              <a:buNone/>
              <a:defRPr sz="889"/>
            </a:lvl5pPr>
            <a:lvl6pPr marL="2031568" indent="0">
              <a:buNone/>
              <a:defRPr sz="889"/>
            </a:lvl6pPr>
            <a:lvl7pPr marL="2437882" indent="0">
              <a:buNone/>
              <a:defRPr sz="889"/>
            </a:lvl7pPr>
            <a:lvl8pPr marL="2844195" indent="0">
              <a:buNone/>
              <a:defRPr sz="889"/>
            </a:lvl8pPr>
            <a:lvl9pPr marL="3250509" indent="0">
              <a:buNone/>
              <a:defRPr sz="889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1D25D-9672-1046-9F68-22A5AFD0674C}" type="datetimeFigureOut">
              <a:rPr kumimoji="1" lang="ja-JP" altLang="en-US" smtClean="0"/>
              <a:t>2026/4/5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69E26D-813D-944A-8920-339198D3FD5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13817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1D25D-9672-1046-9F68-22A5AFD0674C}" type="datetimeFigureOut">
              <a:rPr kumimoji="1" lang="ja-JP" altLang="en-US" smtClean="0"/>
              <a:t>2026/4/5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69E26D-813D-944A-8920-339198D3FD5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207691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6037" y="324471"/>
            <a:ext cx="2629242" cy="5164733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309" y="324471"/>
            <a:ext cx="7735307" cy="5164733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1D25D-9672-1046-9F68-22A5AFD0674C}" type="datetimeFigureOut">
              <a:rPr kumimoji="1" lang="ja-JP" altLang="en-US" smtClean="0"/>
              <a:t>2026/4/5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69E26D-813D-944A-8920-339198D3FD5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66668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309" y="324472"/>
            <a:ext cx="10516970" cy="117797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309" y="1622355"/>
            <a:ext cx="10516970" cy="38668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309" y="5648618"/>
            <a:ext cx="2743557" cy="3244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91D25D-9672-1046-9F68-22A5AFD0674C}" type="datetimeFigureOut">
              <a:rPr kumimoji="1" lang="ja-JP" altLang="en-US" smtClean="0"/>
              <a:t>2026/4/5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9126" y="5648618"/>
            <a:ext cx="4115336" cy="3244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6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1722" y="5648618"/>
            <a:ext cx="2743557" cy="3244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6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69E26D-813D-944A-8920-339198D3FD5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06902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812627" rtl="0" eaLnBrk="1" latinLnBrk="0" hangingPunct="1">
        <a:lnSpc>
          <a:spcPct val="90000"/>
        </a:lnSpc>
        <a:spcBef>
          <a:spcPct val="0"/>
        </a:spcBef>
        <a:buNone/>
        <a:defRPr kumimoji="1" sz="391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03157" indent="-203157" algn="l" defTabSz="812627" rtl="0" eaLnBrk="1" latinLnBrk="0" hangingPunct="1">
        <a:lnSpc>
          <a:spcPct val="90000"/>
        </a:lnSpc>
        <a:spcBef>
          <a:spcPts val="889"/>
        </a:spcBef>
        <a:buFont typeface="Arial" panose="020B0604020202020204" pitchFamily="34" charset="0"/>
        <a:buChar char="•"/>
        <a:defRPr kumimoji="1" sz="2488" kern="1200">
          <a:solidFill>
            <a:schemeClr val="tx1"/>
          </a:solidFill>
          <a:latin typeface="+mn-lt"/>
          <a:ea typeface="+mn-ea"/>
          <a:cs typeface="+mn-cs"/>
        </a:defRPr>
      </a:lvl1pPr>
      <a:lvl2pPr marL="609470" indent="-203157" algn="l" defTabSz="812627" rtl="0" eaLnBrk="1" latinLnBrk="0" hangingPunct="1">
        <a:lnSpc>
          <a:spcPct val="90000"/>
        </a:lnSpc>
        <a:spcBef>
          <a:spcPts val="444"/>
        </a:spcBef>
        <a:buFont typeface="Arial" panose="020B0604020202020204" pitchFamily="34" charset="0"/>
        <a:buChar char="•"/>
        <a:defRPr kumimoji="1" sz="2133" kern="1200">
          <a:solidFill>
            <a:schemeClr val="tx1"/>
          </a:solidFill>
          <a:latin typeface="+mn-lt"/>
          <a:ea typeface="+mn-ea"/>
          <a:cs typeface="+mn-cs"/>
        </a:defRPr>
      </a:lvl2pPr>
      <a:lvl3pPr marL="1015784" indent="-203157" algn="l" defTabSz="812627" rtl="0" eaLnBrk="1" latinLnBrk="0" hangingPunct="1">
        <a:lnSpc>
          <a:spcPct val="90000"/>
        </a:lnSpc>
        <a:spcBef>
          <a:spcPts val="444"/>
        </a:spcBef>
        <a:buFont typeface="Arial" panose="020B0604020202020204" pitchFamily="34" charset="0"/>
        <a:buChar char="•"/>
        <a:defRPr kumimoji="1" sz="1777" kern="1200">
          <a:solidFill>
            <a:schemeClr val="tx1"/>
          </a:solidFill>
          <a:latin typeface="+mn-lt"/>
          <a:ea typeface="+mn-ea"/>
          <a:cs typeface="+mn-cs"/>
        </a:defRPr>
      </a:lvl3pPr>
      <a:lvl4pPr marL="1422098" indent="-203157" algn="l" defTabSz="812627" rtl="0" eaLnBrk="1" latinLnBrk="0" hangingPunct="1">
        <a:lnSpc>
          <a:spcPct val="90000"/>
        </a:lnSpc>
        <a:spcBef>
          <a:spcPts val="444"/>
        </a:spcBef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11" indent="-203157" algn="l" defTabSz="812627" rtl="0" eaLnBrk="1" latinLnBrk="0" hangingPunct="1">
        <a:lnSpc>
          <a:spcPct val="90000"/>
        </a:lnSpc>
        <a:spcBef>
          <a:spcPts val="444"/>
        </a:spcBef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234725" indent="-203157" algn="l" defTabSz="812627" rtl="0" eaLnBrk="1" latinLnBrk="0" hangingPunct="1">
        <a:lnSpc>
          <a:spcPct val="90000"/>
        </a:lnSpc>
        <a:spcBef>
          <a:spcPts val="444"/>
        </a:spcBef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641039" indent="-203157" algn="l" defTabSz="812627" rtl="0" eaLnBrk="1" latinLnBrk="0" hangingPunct="1">
        <a:lnSpc>
          <a:spcPct val="90000"/>
        </a:lnSpc>
        <a:spcBef>
          <a:spcPts val="444"/>
        </a:spcBef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047352" indent="-203157" algn="l" defTabSz="812627" rtl="0" eaLnBrk="1" latinLnBrk="0" hangingPunct="1">
        <a:lnSpc>
          <a:spcPct val="90000"/>
        </a:lnSpc>
        <a:spcBef>
          <a:spcPts val="444"/>
        </a:spcBef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453666" indent="-203157" algn="l" defTabSz="812627" rtl="0" eaLnBrk="1" latinLnBrk="0" hangingPunct="1">
        <a:lnSpc>
          <a:spcPct val="90000"/>
        </a:lnSpc>
        <a:spcBef>
          <a:spcPts val="444"/>
        </a:spcBef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12627" rtl="0" eaLnBrk="1" latinLnBrk="0" hangingPunct="1"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06314" algn="l" defTabSz="812627" rtl="0" eaLnBrk="1" latinLnBrk="0" hangingPunct="1"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12627" algn="l" defTabSz="812627" rtl="0" eaLnBrk="1" latinLnBrk="0" hangingPunct="1"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18941" algn="l" defTabSz="812627" rtl="0" eaLnBrk="1" latinLnBrk="0" hangingPunct="1"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25255" algn="l" defTabSz="812627" rtl="0" eaLnBrk="1" latinLnBrk="0" hangingPunct="1"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31568" algn="l" defTabSz="812627" rtl="0" eaLnBrk="1" latinLnBrk="0" hangingPunct="1"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37882" algn="l" defTabSz="812627" rtl="0" eaLnBrk="1" latinLnBrk="0" hangingPunct="1"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844195" algn="l" defTabSz="812627" rtl="0" eaLnBrk="1" latinLnBrk="0" hangingPunct="1"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250509" algn="l" defTabSz="812627" rtl="0" eaLnBrk="1" latinLnBrk="0" hangingPunct="1"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E0BC893D-F894-D85A-5B92-BD6406AF02EE}"/>
              </a:ext>
            </a:extLst>
          </p:cNvPr>
          <p:cNvGrpSpPr/>
          <p:nvPr/>
        </p:nvGrpSpPr>
        <p:grpSpPr>
          <a:xfrm>
            <a:off x="-1093703" y="-97536"/>
            <a:ext cx="14380994" cy="5855560"/>
            <a:chOff x="-1093703" y="-97536"/>
            <a:chExt cx="14380994" cy="5855560"/>
          </a:xfrm>
        </p:grpSpPr>
        <p:grpSp>
          <p:nvGrpSpPr>
            <p:cNvPr id="21" name="グループ化 20">
              <a:extLst>
                <a:ext uri="{FF2B5EF4-FFF2-40B4-BE49-F238E27FC236}">
                  <a16:creationId xmlns:a16="http://schemas.microsoft.com/office/drawing/2014/main" id="{FFE6F719-7F5F-2352-D4A3-588E98177CDF}"/>
                </a:ext>
              </a:extLst>
            </p:cNvPr>
            <p:cNvGrpSpPr/>
            <p:nvPr/>
          </p:nvGrpSpPr>
          <p:grpSpPr>
            <a:xfrm>
              <a:off x="-1093703" y="54004"/>
              <a:ext cx="14380994" cy="5323321"/>
              <a:chOff x="-1093703" y="-555596"/>
              <a:chExt cx="14380994" cy="5323321"/>
            </a:xfrm>
          </p:grpSpPr>
          <p:pic>
            <p:nvPicPr>
              <p:cNvPr id="26" name="グラフィックス 25">
                <a:extLst>
                  <a:ext uri="{FF2B5EF4-FFF2-40B4-BE49-F238E27FC236}">
                    <a16:creationId xmlns:a16="http://schemas.microsoft.com/office/drawing/2014/main" id="{9303B62D-AEB8-8B30-5656-A8792580D7E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-1093703" y="-555595"/>
                <a:ext cx="9463677" cy="5323319"/>
              </a:xfrm>
              <a:prstGeom prst="rect">
                <a:avLst/>
              </a:prstGeom>
            </p:spPr>
          </p:pic>
          <p:pic>
            <p:nvPicPr>
              <p:cNvPr id="27" name="グラフィックス 26">
                <a:extLst>
                  <a:ext uri="{FF2B5EF4-FFF2-40B4-BE49-F238E27FC236}">
                    <a16:creationId xmlns:a16="http://schemas.microsoft.com/office/drawing/2014/main" id="{EE3920C8-3317-A6BD-0C67-AAF2E30D58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823614" y="-555596"/>
                <a:ext cx="9463677" cy="5323319"/>
              </a:xfrm>
              <a:prstGeom prst="rect">
                <a:avLst/>
              </a:prstGeom>
            </p:spPr>
          </p:pic>
          <p:pic>
            <p:nvPicPr>
              <p:cNvPr id="28" name="グラフィックス 27">
                <a:extLst>
                  <a:ext uri="{FF2B5EF4-FFF2-40B4-BE49-F238E27FC236}">
                    <a16:creationId xmlns:a16="http://schemas.microsoft.com/office/drawing/2014/main" id="{98B95BE5-5E4C-C48B-410E-1E336A7061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1483233" y="-555594"/>
                <a:ext cx="9463677" cy="5323319"/>
              </a:xfrm>
              <a:prstGeom prst="rect">
                <a:avLst/>
              </a:prstGeom>
            </p:spPr>
          </p:pic>
        </p:grpSp>
        <p:pic>
          <p:nvPicPr>
            <p:cNvPr id="22" name="グラフィックス 21">
              <a:extLst>
                <a:ext uri="{FF2B5EF4-FFF2-40B4-BE49-F238E27FC236}">
                  <a16:creationId xmlns:a16="http://schemas.microsoft.com/office/drawing/2014/main" id="{0B8D38B2-3B1E-58E8-DCC0-2434F435058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378292" y="2949670"/>
              <a:ext cx="2808354" cy="2808354"/>
            </a:xfrm>
            <a:prstGeom prst="rect">
              <a:avLst/>
            </a:prstGeom>
          </p:spPr>
        </p:pic>
        <p:pic>
          <p:nvPicPr>
            <p:cNvPr id="23" name="グラフィックス 22">
              <a:extLst>
                <a:ext uri="{FF2B5EF4-FFF2-40B4-BE49-F238E27FC236}">
                  <a16:creationId xmlns:a16="http://schemas.microsoft.com/office/drawing/2014/main" id="{DF197ED8-D00A-9042-2229-227DDF73F8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006942" y="2949670"/>
              <a:ext cx="2808354" cy="2808354"/>
            </a:xfrm>
            <a:prstGeom prst="rect">
              <a:avLst/>
            </a:prstGeom>
          </p:spPr>
        </p:pic>
        <p:sp>
          <p:nvSpPr>
            <p:cNvPr id="24" name="右矢印 23">
              <a:extLst>
                <a:ext uri="{FF2B5EF4-FFF2-40B4-BE49-F238E27FC236}">
                  <a16:creationId xmlns:a16="http://schemas.microsoft.com/office/drawing/2014/main" id="{E80045EA-B6FC-1F1F-6816-F43D4A004865}"/>
                </a:ext>
              </a:extLst>
            </p:cNvPr>
            <p:cNvSpPr/>
            <p:nvPr/>
          </p:nvSpPr>
          <p:spPr>
            <a:xfrm>
              <a:off x="5561620" y="4010512"/>
              <a:ext cx="1307495" cy="881742"/>
            </a:xfrm>
            <a:prstGeom prst="rightArrow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25" name="グラフィックス 24">
              <a:extLst>
                <a:ext uri="{FF2B5EF4-FFF2-40B4-BE49-F238E27FC236}">
                  <a16:creationId xmlns:a16="http://schemas.microsoft.com/office/drawing/2014/main" id="{CEDB0BDC-B8E7-1024-277D-96BD5882E1A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65664" y="-97536"/>
              <a:ext cx="4942702" cy="278027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714789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E87E7B-0FAD-BF2C-9486-770E8E1AA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9D4ADC1A-2A86-EF75-1F27-E3DDF6E42CAA}"/>
              </a:ext>
            </a:extLst>
          </p:cNvPr>
          <p:cNvGrpSpPr/>
          <p:nvPr/>
        </p:nvGrpSpPr>
        <p:grpSpPr>
          <a:xfrm>
            <a:off x="-1093703" y="-97536"/>
            <a:ext cx="14380994" cy="5855560"/>
            <a:chOff x="-1093703" y="-97536"/>
            <a:chExt cx="14380994" cy="5855560"/>
          </a:xfrm>
        </p:grpSpPr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70C0BB87-B107-7B99-343A-E2DF783ABC86}"/>
                </a:ext>
              </a:extLst>
            </p:cNvPr>
            <p:cNvGrpSpPr/>
            <p:nvPr/>
          </p:nvGrpSpPr>
          <p:grpSpPr>
            <a:xfrm>
              <a:off x="-1093703" y="54004"/>
              <a:ext cx="14380994" cy="5323321"/>
              <a:chOff x="-1093703" y="-555596"/>
              <a:chExt cx="14380994" cy="5323321"/>
            </a:xfrm>
          </p:grpSpPr>
          <p:pic>
            <p:nvPicPr>
              <p:cNvPr id="19" name="グラフィックス 18">
                <a:extLst>
                  <a:ext uri="{FF2B5EF4-FFF2-40B4-BE49-F238E27FC236}">
                    <a16:creationId xmlns:a16="http://schemas.microsoft.com/office/drawing/2014/main" id="{11254966-648C-ABE2-B7FD-94F2D84BA9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093703" y="-555595"/>
                <a:ext cx="9463677" cy="5323319"/>
              </a:xfrm>
              <a:prstGeom prst="rect">
                <a:avLst/>
              </a:prstGeom>
            </p:spPr>
          </p:pic>
          <p:pic>
            <p:nvPicPr>
              <p:cNvPr id="20" name="グラフィックス 19">
                <a:extLst>
                  <a:ext uri="{FF2B5EF4-FFF2-40B4-BE49-F238E27FC236}">
                    <a16:creationId xmlns:a16="http://schemas.microsoft.com/office/drawing/2014/main" id="{362AA37C-A1FF-237E-3406-02AFB2BEAF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3823614" y="-555596"/>
                <a:ext cx="9463677" cy="5323319"/>
              </a:xfrm>
              <a:prstGeom prst="rect">
                <a:avLst/>
              </a:prstGeom>
            </p:spPr>
          </p:pic>
          <p:pic>
            <p:nvPicPr>
              <p:cNvPr id="21" name="グラフィックス 20">
                <a:extLst>
                  <a:ext uri="{FF2B5EF4-FFF2-40B4-BE49-F238E27FC236}">
                    <a16:creationId xmlns:a16="http://schemas.microsoft.com/office/drawing/2014/main" id="{8222D32B-C660-9964-86CA-D3147A800F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1483233" y="-555594"/>
                <a:ext cx="9463677" cy="5323319"/>
              </a:xfrm>
              <a:prstGeom prst="rect">
                <a:avLst/>
              </a:prstGeom>
            </p:spPr>
          </p:pic>
        </p:grpSp>
        <p:pic>
          <p:nvPicPr>
            <p:cNvPr id="15" name="グラフィックス 14">
              <a:extLst>
                <a:ext uri="{FF2B5EF4-FFF2-40B4-BE49-F238E27FC236}">
                  <a16:creationId xmlns:a16="http://schemas.microsoft.com/office/drawing/2014/main" id="{013760F0-4CD9-2D8F-734C-CC6C72AD236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378292" y="2949670"/>
              <a:ext cx="2808354" cy="2808354"/>
            </a:xfrm>
            <a:prstGeom prst="rect">
              <a:avLst/>
            </a:prstGeom>
          </p:spPr>
        </p:pic>
        <p:pic>
          <p:nvPicPr>
            <p:cNvPr id="16" name="グラフィックス 15">
              <a:extLst>
                <a:ext uri="{FF2B5EF4-FFF2-40B4-BE49-F238E27FC236}">
                  <a16:creationId xmlns:a16="http://schemas.microsoft.com/office/drawing/2014/main" id="{380A30D1-2A77-C09B-7D96-876C12F5169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006942" y="2949670"/>
              <a:ext cx="2808354" cy="2808354"/>
            </a:xfrm>
            <a:prstGeom prst="rect">
              <a:avLst/>
            </a:prstGeom>
          </p:spPr>
        </p:pic>
        <p:sp>
          <p:nvSpPr>
            <p:cNvPr id="17" name="右矢印 16">
              <a:extLst>
                <a:ext uri="{FF2B5EF4-FFF2-40B4-BE49-F238E27FC236}">
                  <a16:creationId xmlns:a16="http://schemas.microsoft.com/office/drawing/2014/main" id="{E5876A28-24E3-AC6D-714C-D3FBA43331D1}"/>
                </a:ext>
              </a:extLst>
            </p:cNvPr>
            <p:cNvSpPr/>
            <p:nvPr/>
          </p:nvSpPr>
          <p:spPr>
            <a:xfrm>
              <a:off x="5561620" y="4010512"/>
              <a:ext cx="1307495" cy="881742"/>
            </a:xfrm>
            <a:prstGeom prst="rightArrow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8" name="グラフィックス 17">
              <a:extLst>
                <a:ext uri="{FF2B5EF4-FFF2-40B4-BE49-F238E27FC236}">
                  <a16:creationId xmlns:a16="http://schemas.microsoft.com/office/drawing/2014/main" id="{B9884C70-CF42-3ED7-1862-CEFA63E636E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65664" y="-97536"/>
              <a:ext cx="4942702" cy="278027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134460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47</TotalTime>
  <Words>1</Words>
  <Application>Microsoft Macintosh PowerPoint</Application>
  <PresentationFormat>ユーザー設定</PresentationFormat>
  <Paragraphs>1</Paragraphs>
  <Slides>2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7" baseType="lpstr">
      <vt:lpstr>游ゴシック</vt:lpstr>
      <vt:lpstr>Aptos</vt:lpstr>
      <vt:lpstr>Aptos Display</vt:lpstr>
      <vt:lpstr>Arial</vt:lpstr>
      <vt:lpstr>Office テーマ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Toshiki Iga</dc:creator>
  <cp:lastModifiedBy>Toshiki Iga</cp:lastModifiedBy>
  <cp:revision>30</cp:revision>
  <dcterms:created xsi:type="dcterms:W3CDTF">2026-03-31T15:52:12Z</dcterms:created>
  <dcterms:modified xsi:type="dcterms:W3CDTF">2026-04-05T00:03:45Z</dcterms:modified>
</cp:coreProperties>
</file>
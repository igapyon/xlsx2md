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8" r:id="rId2"/>
    <p:sldId id="257" r:id="rId3"/>
  </p:sldIdLst>
  <p:sldSz cx="12193588" cy="6094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4643"/>
  </p:normalViewPr>
  <p:slideViewPr>
    <p:cSldViewPr snapToGrid="0">
      <p:cViewPr varScale="1">
        <p:scale>
          <a:sx n="106" d="100"/>
          <a:sy n="106" d="100"/>
        </p:scale>
        <p:origin x="19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35322-EB9C-4947-815B-864C51DCC34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2E336-B311-4947-89B3-858C49D96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28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F4E7-D740-5DBD-262C-C54B364D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95A328-E8FF-A8E6-922A-B74EFE28D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FEF6D9C-7DC4-C96A-4E66-ED56A19C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5248F1-682B-198D-DDED-7D171ABB2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2E336-B311-4947-89B3-858C49D9652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3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D1C1BEA-D810-1EE1-5371-118F457D6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88826" cy="609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4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7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519372"/>
            <a:ext cx="10516970" cy="2535106"/>
          </a:xfrm>
        </p:spPr>
        <p:txBody>
          <a:bodyPr anchor="b"/>
          <a:lstStyle>
            <a:lvl1pPr>
              <a:defRPr sz="53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078461"/>
            <a:ext cx="10516970" cy="1333152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1pPr>
            <a:lvl2pPr marL="406314" indent="0">
              <a:buNone/>
              <a:defRPr sz="1777">
                <a:solidFill>
                  <a:schemeClr val="tx1">
                    <a:tint val="82000"/>
                  </a:schemeClr>
                </a:solidFill>
              </a:defRPr>
            </a:lvl2pPr>
            <a:lvl3pPr marL="812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218941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4pPr>
            <a:lvl5pPr marL="162525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5pPr>
            <a:lvl6pPr marL="2031568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6pPr>
            <a:lvl7pPr marL="2437882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7pPr>
            <a:lvl8pPr marL="284419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8pPr>
            <a:lvl9pPr marL="3250509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65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09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24472"/>
            <a:ext cx="10516970" cy="117797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493978"/>
            <a:ext cx="5158459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226153"/>
            <a:ext cx="5158459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493978"/>
            <a:ext cx="5183863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226153"/>
            <a:ext cx="5183863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9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14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4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877483"/>
            <a:ext cx="6173004" cy="4330983"/>
          </a:xfrm>
        </p:spPr>
        <p:txBody>
          <a:bodyPr/>
          <a:lstStyle>
            <a:lvl1pPr>
              <a:defRPr sz="2844"/>
            </a:lvl1pPr>
            <a:lvl2pPr>
              <a:defRPr sz="2488"/>
            </a:lvl2pPr>
            <a:lvl3pPr>
              <a:defRPr sz="2133"/>
            </a:lvl3pPr>
            <a:lvl4pPr>
              <a:defRPr sz="1777"/>
            </a:lvl4pPr>
            <a:lvl5pPr>
              <a:defRPr sz="1777"/>
            </a:lvl5pPr>
            <a:lvl6pPr>
              <a:defRPr sz="1777"/>
            </a:lvl6pPr>
            <a:lvl7pPr>
              <a:defRPr sz="1777"/>
            </a:lvl7pPr>
            <a:lvl8pPr>
              <a:defRPr sz="1777"/>
            </a:lvl8pPr>
            <a:lvl9pPr>
              <a:defRPr sz="17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6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877483"/>
            <a:ext cx="6173004" cy="4330983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314" indent="0">
              <a:buNone/>
              <a:defRPr sz="2488"/>
            </a:lvl2pPr>
            <a:lvl3pPr marL="812627" indent="0">
              <a:buNone/>
              <a:defRPr sz="2133"/>
            </a:lvl3pPr>
            <a:lvl4pPr marL="1218941" indent="0">
              <a:buNone/>
              <a:defRPr sz="1777"/>
            </a:lvl4pPr>
            <a:lvl5pPr marL="1625255" indent="0">
              <a:buNone/>
              <a:defRPr sz="1777"/>
            </a:lvl5pPr>
            <a:lvl6pPr marL="2031568" indent="0">
              <a:buNone/>
              <a:defRPr sz="1777"/>
            </a:lvl6pPr>
            <a:lvl7pPr marL="2437882" indent="0">
              <a:buNone/>
              <a:defRPr sz="1777"/>
            </a:lvl7pPr>
            <a:lvl8pPr marL="2844195" indent="0">
              <a:buNone/>
              <a:defRPr sz="1777"/>
            </a:lvl8pPr>
            <a:lvl9pPr marL="3250509" indent="0">
              <a:buNone/>
              <a:defRPr sz="17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8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76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24471"/>
            <a:ext cx="2629242" cy="51647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24471"/>
            <a:ext cx="7735307" cy="51647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66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24472"/>
            <a:ext cx="10516970" cy="11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622355"/>
            <a:ext cx="10516970" cy="386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5648618"/>
            <a:ext cx="4115336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69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627" rtl="0" eaLnBrk="1" latinLnBrk="0" hangingPunct="1">
        <a:lnSpc>
          <a:spcPct val="90000"/>
        </a:lnSpc>
        <a:spcBef>
          <a:spcPct val="0"/>
        </a:spcBef>
        <a:buNone/>
        <a:defRPr kumimoji="1" sz="3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157" indent="-203157" algn="l" defTabSz="812627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2488" kern="1200">
          <a:solidFill>
            <a:schemeClr val="tx1"/>
          </a:solidFill>
          <a:latin typeface="+mn-lt"/>
          <a:ea typeface="+mn-ea"/>
          <a:cs typeface="+mn-cs"/>
        </a:defRPr>
      </a:lvl1pPr>
      <a:lvl2pPr marL="609470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5784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777" kern="1200">
          <a:solidFill>
            <a:schemeClr val="tx1"/>
          </a:solidFill>
          <a:latin typeface="+mn-lt"/>
          <a:ea typeface="+mn-ea"/>
          <a:cs typeface="+mn-cs"/>
        </a:defRPr>
      </a:lvl3pPr>
      <a:lvl4pPr marL="1422098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1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725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039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352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666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14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627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41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25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568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882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19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509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C3DBB461-8801-0618-9A23-190D66F7AFE3}"/>
              </a:ext>
            </a:extLst>
          </p:cNvPr>
          <p:cNvGrpSpPr/>
          <p:nvPr/>
        </p:nvGrpSpPr>
        <p:grpSpPr>
          <a:xfrm>
            <a:off x="-1093703" y="-604364"/>
            <a:ext cx="14380994" cy="6323220"/>
            <a:chOff x="-1093703" y="-604364"/>
            <a:chExt cx="14380994" cy="6323220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B385577A-AC7D-AA12-C1E6-CEC84CD31DB0}"/>
                </a:ext>
              </a:extLst>
            </p:cNvPr>
            <p:cNvGrpSpPr/>
            <p:nvPr/>
          </p:nvGrpSpPr>
          <p:grpSpPr>
            <a:xfrm>
              <a:off x="-1093703" y="-604364"/>
              <a:ext cx="14380994" cy="5323321"/>
              <a:chOff x="126847" y="-277794"/>
              <a:chExt cx="11810931" cy="4371977"/>
            </a:xfrm>
          </p:grpSpPr>
          <p:pic>
            <p:nvPicPr>
              <p:cNvPr id="11" name="グラフィックス 10">
                <a:extLst>
                  <a:ext uri="{FF2B5EF4-FFF2-40B4-BE49-F238E27FC236}">
                    <a16:creationId xmlns:a16="http://schemas.microsoft.com/office/drawing/2014/main" id="{88570139-2304-239C-58F0-B62C1B8969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26847" y="-277793"/>
                <a:ext cx="7772400" cy="4371975"/>
              </a:xfrm>
              <a:prstGeom prst="rect">
                <a:avLst/>
              </a:prstGeom>
            </p:spPr>
          </p:pic>
          <p:pic>
            <p:nvPicPr>
              <p:cNvPr id="12" name="グラフィックス 11">
                <a:extLst>
                  <a:ext uri="{FF2B5EF4-FFF2-40B4-BE49-F238E27FC236}">
                    <a16:creationId xmlns:a16="http://schemas.microsoft.com/office/drawing/2014/main" id="{CC08FF95-4AD0-950A-0AD8-D41519B59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165378" y="-277794"/>
                <a:ext cx="7772400" cy="4371975"/>
              </a:xfrm>
              <a:prstGeom prst="rect">
                <a:avLst/>
              </a:prstGeom>
            </p:spPr>
          </p:pic>
          <p:pic>
            <p:nvPicPr>
              <p:cNvPr id="13" name="グラフィックス 12">
                <a:extLst>
                  <a:ext uri="{FF2B5EF4-FFF2-40B4-BE49-F238E27FC236}">
                    <a16:creationId xmlns:a16="http://schemas.microsoft.com/office/drawing/2014/main" id="{87A086CE-90C9-CD37-0C86-720E8DA36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243252" y="-277792"/>
                <a:ext cx="7772400" cy="4371975"/>
              </a:xfrm>
              <a:prstGeom prst="rect">
                <a:avLst/>
              </a:prstGeom>
            </p:spPr>
          </p:pic>
        </p:grpSp>
        <p:pic>
          <p:nvPicPr>
            <p:cNvPr id="8" name="グラフィックス 7">
              <a:extLst>
                <a:ext uri="{FF2B5EF4-FFF2-40B4-BE49-F238E27FC236}">
                  <a16:creationId xmlns:a16="http://schemas.microsoft.com/office/drawing/2014/main" id="{9F78D935-EED8-35EE-D4C2-6D92654455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19678" y="2481943"/>
              <a:ext cx="3236913" cy="3236913"/>
            </a:xfrm>
            <a:prstGeom prst="rect">
              <a:avLst/>
            </a:prstGeom>
          </p:spPr>
        </p:pic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0BE067FC-27AC-658D-4291-989CCBBD10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62738" y="2481942"/>
              <a:ext cx="3236914" cy="3236914"/>
            </a:xfrm>
            <a:prstGeom prst="rect">
              <a:avLst/>
            </a:prstGeom>
          </p:spPr>
        </p:pic>
        <p:sp>
          <p:nvSpPr>
            <p:cNvPr id="10" name="右矢印 9">
              <a:extLst>
                <a:ext uri="{FF2B5EF4-FFF2-40B4-BE49-F238E27FC236}">
                  <a16:creationId xmlns:a16="http://schemas.microsoft.com/office/drawing/2014/main" id="{0E294E25-C169-96E0-770B-4B0CD127BA2C}"/>
                </a:ext>
              </a:extLst>
            </p:cNvPr>
            <p:cNvSpPr/>
            <p:nvPr/>
          </p:nvSpPr>
          <p:spPr>
            <a:xfrm>
              <a:off x="5561323" y="3659528"/>
              <a:ext cx="1307495" cy="881742"/>
            </a:xfrm>
            <a:prstGeom prst="rightArrow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147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7E7B-0FAD-BF2C-9486-770E8E1A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BD4A0BD-5D26-500C-32F4-85786A15EF93}"/>
              </a:ext>
            </a:extLst>
          </p:cNvPr>
          <p:cNvGrpSpPr/>
          <p:nvPr/>
        </p:nvGrpSpPr>
        <p:grpSpPr>
          <a:xfrm>
            <a:off x="-1093703" y="-604364"/>
            <a:ext cx="14380994" cy="6323220"/>
            <a:chOff x="-1093703" y="-604364"/>
            <a:chExt cx="14380994" cy="6323220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BD60D67-818E-329C-1E25-7E8CFDC598F0}"/>
                </a:ext>
              </a:extLst>
            </p:cNvPr>
            <p:cNvGrpSpPr/>
            <p:nvPr/>
          </p:nvGrpSpPr>
          <p:grpSpPr>
            <a:xfrm>
              <a:off x="-1093703" y="-604364"/>
              <a:ext cx="14380994" cy="5323321"/>
              <a:chOff x="126847" y="-277794"/>
              <a:chExt cx="11810931" cy="4371977"/>
            </a:xfrm>
          </p:grpSpPr>
          <p:pic>
            <p:nvPicPr>
              <p:cNvPr id="7" name="グラフィックス 6">
                <a:extLst>
                  <a:ext uri="{FF2B5EF4-FFF2-40B4-BE49-F238E27FC236}">
                    <a16:creationId xmlns:a16="http://schemas.microsoft.com/office/drawing/2014/main" id="{44932BEF-5A24-0215-1C57-11AED9E106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6847" y="-277793"/>
                <a:ext cx="7772400" cy="4371975"/>
              </a:xfrm>
              <a:prstGeom prst="rect">
                <a:avLst/>
              </a:prstGeom>
            </p:spPr>
          </p:pic>
          <p:pic>
            <p:nvPicPr>
              <p:cNvPr id="12" name="グラフィックス 11">
                <a:extLst>
                  <a:ext uri="{FF2B5EF4-FFF2-40B4-BE49-F238E27FC236}">
                    <a16:creationId xmlns:a16="http://schemas.microsoft.com/office/drawing/2014/main" id="{1604D7DB-6BFF-A25F-F4B9-FCAD8D2EE9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165378" y="-277794"/>
                <a:ext cx="7772400" cy="4371975"/>
              </a:xfrm>
              <a:prstGeom prst="rect">
                <a:avLst/>
              </a:prstGeom>
            </p:spPr>
          </p:pic>
          <p:pic>
            <p:nvPicPr>
              <p:cNvPr id="14" name="グラフィックス 13">
                <a:extLst>
                  <a:ext uri="{FF2B5EF4-FFF2-40B4-BE49-F238E27FC236}">
                    <a16:creationId xmlns:a16="http://schemas.microsoft.com/office/drawing/2014/main" id="{5DD1A650-88AB-6688-99E6-79D382B64F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243252" y="-277792"/>
                <a:ext cx="7772400" cy="4371975"/>
              </a:xfrm>
              <a:prstGeom prst="rect">
                <a:avLst/>
              </a:prstGeom>
            </p:spPr>
          </p:pic>
        </p:grpSp>
        <p:pic>
          <p:nvPicPr>
            <p:cNvPr id="4" name="グラフィックス 3">
              <a:extLst>
                <a:ext uri="{FF2B5EF4-FFF2-40B4-BE49-F238E27FC236}">
                  <a16:creationId xmlns:a16="http://schemas.microsoft.com/office/drawing/2014/main" id="{DA420A4D-69E2-7626-1C34-3CC6BB671D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019678" y="2481943"/>
              <a:ext cx="3236913" cy="3236913"/>
            </a:xfrm>
            <a:prstGeom prst="rect">
              <a:avLst/>
            </a:prstGeom>
          </p:spPr>
        </p:pic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50961BFF-282B-6D11-14EA-3F85F240DB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62738" y="2481942"/>
              <a:ext cx="3236914" cy="3236914"/>
            </a:xfrm>
            <a:prstGeom prst="rect">
              <a:avLst/>
            </a:prstGeom>
          </p:spPr>
        </p:pic>
        <p:sp>
          <p:nvSpPr>
            <p:cNvPr id="6" name="右矢印 5">
              <a:extLst>
                <a:ext uri="{FF2B5EF4-FFF2-40B4-BE49-F238E27FC236}">
                  <a16:creationId xmlns:a16="http://schemas.microsoft.com/office/drawing/2014/main" id="{623846A2-6154-1631-59D7-52C01B2C2A7E}"/>
                </a:ext>
              </a:extLst>
            </p:cNvPr>
            <p:cNvSpPr/>
            <p:nvPr/>
          </p:nvSpPr>
          <p:spPr>
            <a:xfrm>
              <a:off x="5561323" y="3659528"/>
              <a:ext cx="1307495" cy="881742"/>
            </a:xfrm>
            <a:prstGeom prst="rightArrow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344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1</Words>
  <Application>Microsoft Macintosh PowerPoint</Application>
  <PresentationFormat>ユーザー設定</PresentationFormat>
  <Paragraphs>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Toshiki Iga</dc:creator>
  <cp:lastModifiedBy>Toshiki Iga</cp:lastModifiedBy>
  <cp:revision>26</cp:revision>
  <dcterms:created xsi:type="dcterms:W3CDTF">2026-03-31T15:52:12Z</dcterms:created>
  <dcterms:modified xsi:type="dcterms:W3CDTF">2026-04-01T00:37:05Z</dcterms:modified>
</cp:coreProperties>
</file>